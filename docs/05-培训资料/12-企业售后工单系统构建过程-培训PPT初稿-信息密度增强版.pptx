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开场 / 封面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素材：docs/00-04 已确认项目基线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01 / 40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768096"/>
            <a:ext cx="804672" cy="5029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078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500" b="1">
                <a:solidFill>
                  <a:srgbClr val="20A36A"/>
                </a:solidFill>
                <a:latin typeface="Microsoft YaHei"/>
                <a:ea typeface="Microsoft YaHei"/>
              </a:rPr>
              <a:t>信息密度增强版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75564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500" b="1">
                <a:solidFill>
                  <a:srgbClr val="0B4D85"/>
                </a:solidFill>
                <a:latin typeface="Microsoft YaHei"/>
                <a:ea typeface="Microsoft YaHei"/>
              </a:rPr>
              <a:t>AI Agent 协作下的软件项目构建全过程，以企业售后工单系统 MVP 为例。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359152"/>
            <a:ext cx="3474720" cy="309067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2359152"/>
            <a:ext cx="347472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68880"/>
            <a:ext cx="31821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课程主线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9504"/>
            <a:ext cx="3145536" cy="24140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不是展示一个完成系统，而是复盘开发前如何形成可执行基线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从一句想法出发，逐步确认范围、角色、流程、技术和验收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每个阶段都有可见产物，下一阶段只基于已确认内容推进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学员可把这套节奏迁移到自己的软件项目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59152"/>
            <a:ext cx="3703320" cy="309067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359152"/>
            <a:ext cx="370332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468880"/>
            <a:ext cx="34107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本案例最终产物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889504"/>
            <a:ext cx="3374136" cy="24140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产品与技术规范 v1.0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PRD、SRS、页面与交互说明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技术设计、数据模型、API 设计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需求与设计追踪矩阵、测试与验收方案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实施计划：尚未进入代码开发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359152"/>
            <a:ext cx="3246120" cy="3090672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2359152"/>
            <a:ext cx="324612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468880"/>
            <a:ext cx="29535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课堂收获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889504"/>
            <a:ext cx="2916936" cy="24140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会问：一个想法如何被澄清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会写：PRD/SRS/设计/测试如何接续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会查：如何发现前后文档不一致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会管：什么时候可以进入编码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会用 Agent：加快整理，但不放弃人的确认责任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760720"/>
            <a:ext cx="158496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想法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90800" y="5980176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82240" y="5760720"/>
            <a:ext cx="158496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8816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澄清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67200" y="5980176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58640" y="5760720"/>
            <a:ext cx="158496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5216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基线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5980176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035040" y="5760720"/>
            <a:ext cx="158496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71616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设计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9999" y="5980176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11440" y="5760720"/>
            <a:ext cx="158496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8015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验收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96400" y="5980176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87840" y="5760720"/>
            <a:ext cx="1584960" cy="43891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24416" y="5888736"/>
            <a:ext cx="1511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20A36A"/>
                </a:solidFill>
                <a:latin typeface="Microsoft YaHei"/>
                <a:ea typeface="Microsoft YaHei"/>
              </a:rPr>
              <a:t>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开场 / 案例定位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素材：产品与技术规范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一个小 MVP，足够观察完整工程过程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项目不大，但同时包含角色、权限、状态、数据、接口和验收。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为什么选它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售后工单是常见业务，学员容易理解，不需要行业背景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客户、客服、管理员三类角色天然带出权限边界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工单状态有明确流转，适合讲状态机和测试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JSON 存储足够轻，但保留未来数据库演进问题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项目最小闭环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客户注册并登录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客户创建工单，选择问题分类并填写标题、描述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管理员创建客服账号并分配工单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客服处理被分配的工单并公开留言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工单从待分配推进到处理中、已解决、已关闭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观察点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范围边界：哪些先做，哪些明确不做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角色能力：每类用户看到和能操作什么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后端强校验：不能只靠页面隐藏按钮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验收证据：不是能演示，而是能验证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演进设计：MVP 简单但不把未来堵死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售后工单是常见业务，学员容易理解，不需要行业背景；用“项目最小闭环”中的项目材料讲例子，最后用“观察点”作为课堂检查。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开场 / 课程边界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素材：09/10 培训脚本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本课复盘过程，不推销工具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重点是如何把不确定性一步步压缩，而不是演示某个 AI 工具按钮。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本课聚焦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想法如何被拆成选择题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范围如何确认并防止膨胀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文档之间如何建立承接关系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验收标准为什么要提前写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适合做什么，不适合替人决定什么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本课不展开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不讲 FastAPI 具体代码实现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不讲前端 CSS 和页面细节编码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不讲某个 AI 工具安装教程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不把本案例包装成通用行业方案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不讨论生产部署、监控和运维体系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讲师使用方式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先让学员看原始想法，再展示澄清路径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每章都对照一个真实文档产物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遇到表格页时强调：这是开发前的共同语言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避免把 Agent 神化，始终回到基线、确认、验证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可用自己的项目替换案例里的工单系统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想法如何被拆成选择题；用“本课不展开”中的项目材料讲例子，最后用“讲师使用方式”作为课堂检查。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开场 / 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素材：总体思路、实施计划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好的协作，是逐步减少不确定性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每一步不是为了多写文档，而是为了回答下一步必须依赖的问题。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过程逻辑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模糊想法先变成可选择的问题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用户确认选择后，形成产品与技术基线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需求文档把业务目标拆成可验收规则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设计文档把规则落到数据、接口和页面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测试方案把完成标准提前固定下来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想法：企业售后工单系统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确认：外部个人客户、三类角色、MVP 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需求：PRD/SRS/页面交互说明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设计：技术设计/数据模型/API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验证：追踪矩阵/测试方案/实施计划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可复用公式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先问服务对象，再问核心闭环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先定必须做，再定暂不做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先定角色权限，再谈页面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先定数据和接口，再安排编码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先定验收证据，再启动实现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888736"/>
            <a:ext cx="163068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想法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6336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54808" y="5888736"/>
            <a:ext cx="163068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1384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澄清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8548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76928" y="5888736"/>
            <a:ext cx="163068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3504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基线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760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099048" y="5888736"/>
            <a:ext cx="163068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设计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29728" y="6108192"/>
            <a:ext cx="91439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821167" y="5888736"/>
            <a:ext cx="1630680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7743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验收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5184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43288" y="5888736"/>
            <a:ext cx="1630680" cy="43891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9863" y="6016752"/>
            <a:ext cx="155752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20A36A"/>
                </a:solidFill>
                <a:latin typeface="Microsoft YaHei"/>
                <a:ea typeface="Microsoft YaHei"/>
              </a:rPr>
              <a:t>计划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需求澄清 / 起点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素材：产品与技术规范头脑风暴过程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起点不是代码，而是一个想法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一句话想法里通常藏着服务对象、流程、权限和非范围。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原始表达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我想做一个企业售后工单系统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这句话还不能直接进入开发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它没有说明客户是谁、谁处理、处理到什么程度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也没有说明哪些常见能力先不做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如果直接编码，后面会用返工补齐假设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需要拆出的信息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服务对象：外部个人客户还是内部员工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账号方式：开放注册还是管理员创建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处理角色：客服是否分组、是否自动分配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流程边界：提交、处理、解决、关闭如何定义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技术约束：本地演示还是生产运行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课堂提问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如果你是产品负责人，会先问哪 5 个问题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哪些问题必须让业务方选择，不能由 Agent 猜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哪些能力听起来常见，但不一定属于首期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一句想法到开发计划之间，至少缺几层产物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什么情况下可以先做原型，什么情况下不行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我想做一个企业售后工单系统；用“需要拆出的信息”中的项目材料讲例子，最后用“课堂提问”作为课堂检查。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需求澄清 / 选择题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素材：头脑风暴过程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好问题要让用户做选择，而不是泛泛描述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Agent 的第一价值，是把模糊问题组织成可确认的选项。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坏问法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你想要什么功能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系统复杂度大概怎样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需不需要权限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用什么数据库比较好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什么时候开始开发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好问法示例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服务对象：个人客户、企业客户、内部员工，先选哪一种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客户账号：开放注册、邀请码、管理员创建，MVP 采用哪一种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分配方式：管理员手动分配，还是规则自动分配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存储方式：先 JSON，本地演示；后续再接数据库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首期是否包含附件、通知、SLA、报表、搜索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判断标准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答案能改变范围、数据或权限，就值得问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问题要有默认推荐，但必须让用户确认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不要一次问太细，先锁住高影响决策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确认后的答案要写入基线文档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未确认的想法只能作为待讨论项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你想要什么功能；用“好问法示例”中的项目材料讲例子，最后用“判断标准”作为课堂检查。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需求澄清 / 确认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素材：产品与技术规范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每次确认，都在缩小项目的不确定性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确认不是聊天礼貌，而是后续文档和计划的依据。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本项目确认项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服务对象：外部个人客户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角色：客户、客服、管理员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客户账号：开放注册、基础登录/退出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管理员：维护分类、账号、客户启禁用、分配工单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客服：查看全部工单，仅处理分配给自己的工单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确认如何影响设计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外部客户意味着必须区分客户门户和内部后台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开放注册意味着要有客户注册页和密码哈希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客服只能处理自己的工单意味着后端必须校验负责人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管理员可处理任意工单意味着需要角色级权限规则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不做通知意味着验收不检查邮件或短信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落盘要求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确认项进入产品与技术规范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未进入 MVP 的内容写成非范围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技术方向写成确定性约束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后续 PRD、SRS、设计都引用该基线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如果调整，必须形成新版本或修订记录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服务对象：外部个人客户；用“确认如何影响设计”中的项目材料讲例子，最后用“落盘要求”作为课堂检查。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MVP 范围 / 必做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素材：MVP 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MVP 的核心，是最小但完整的业务闭环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不是功能越少越好，而是能证明核心流程成立。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必做能力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客户注册、登录、退出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客户创建工单并查看自己的工单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客户在工单内公开留言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管理员维护问题分类和客服账号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管理员手动分配或重新分配工单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客服处理被分配的工单并推进状态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工单闭环示例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 A 提交：无法登录系统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系统创建工单，状态为待分配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管理员分配给客服 B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 B 留言并改为处理中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 B 解决后改为已解决，再关闭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 A 可查看公开进展，但看不到内部审计字段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闭环能否从无数据开始演示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每个角色是否都有必要入口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每个状态是否有明确触发者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客户是否只能访问自己的资源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禁用账号和退出登录是否会影响访问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数据重启后是否仍存在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客户注册、登录、退出；用“工单闭环示例”中的项目材料讲例子，最后用“检查点”作为课堂检查。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MVP 范围 / 暂不做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素材：产品与技术规范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09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非范围写清楚，才能保护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培训中要强调：不做不是遗漏，而是控制首期风险。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首期不包含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附件上传与下载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邮件、短信、站内通知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服务级别协议 SLA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统计报表和管理看板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高级搜索、多条件筛选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客户确认关闭或工单重开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为什么先不做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附件会引入文件存储、安全扫描和大小限制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通知会引入外部服务和失败重试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SLA 会引入时间统计、超时规则和提醒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报表会扩大统计口径争议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高级搜索会推动存储和索引设计提前复杂化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课堂话术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暂不做不等于永远不做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把非范围写在文档里，比口头说更能防止范围蔓延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后续迭代路线可以承接这些能力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如果业务坚持加入，需要重新评估时间、测试和风险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生成建议时也要遵守非范围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附件上传与下载；用“为什么先不做”中的项目材料讲例子，最后用“课堂话术”作为课堂检查。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MVP 范围 / 迭代路线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素材：已确认迭代路线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路线图把“以后再说”变成有顺序的演进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MVP 先验证闭环，后续迭代再扩展效率、统计和正式运行能力。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迭代顺序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MVP：个人客户售后工单闭环和可替换 JSON 仓储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迭代 1：管理看板，统计总量、分布和客服处理量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迭代 2：客服效率，多条件筛选、关键词搜索、快捷回复等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迭代 3：正式运行，数据库、迁移、部署、备份、安全增强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顺序背后的逻辑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没有闭环，统计没有意义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没有基础数据，搜索和报表无法验证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小规模试用前，不必提前引入复杂部署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仓储接口先设计好，后续数据库替换才不会牵动业务逻辑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账号安全底线从 MVP 就要做，不能推迟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管理价值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让业务知道哪些诉求会进入后续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让研发知道当前不必提前实现什么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让测试知道每期验收边界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 Agent 不会把后续能力混入首期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让变更有谈判依据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MVP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24427" y="6108192"/>
            <a:ext cx="91441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1586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244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看板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7607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9904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效率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9078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2228" y="5888736"/>
            <a:ext cx="2491739" cy="43891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8803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20A36A"/>
                </a:solidFill>
                <a:latin typeface="Microsoft YaHei"/>
                <a:ea typeface="Microsoft YaHei"/>
              </a:rPr>
              <a:t>正式运行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基线地图 / 文档体系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素材：AGENTS.md 必读文档清单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文档不是堆积，而是逐层回答问题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每份文档都有自己的问题域，混写会让后续实现失去边界。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文档链路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产品与技术规范：确认上位边界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PRD：说明目标用户、场景和产品目标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SRS：把产品目标写成可验证的软件规则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页面交互：说明用户如何操作系统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技术设计、数据模型、API：说明如何实现这些规则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继续向下承接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追踪矩阵：检查需求、页面、数据和 API 是否一致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测试与验收方案：定义怎样算做对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实施计划：按风险顺序安排开发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这些文档共同构成开发前基线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本项目当前尚未开始代码开发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常见误区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 PRD 当成所有细节的仓库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只写页面，不写权限和状态规则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只写接口，不回溯需求来源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开发后再补测试用例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文档确认后不保存版本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产品与技术规范：确认上位边界；用“继续向下承接”中的项目材料讲例子，最后用“常见误区”作为课堂检查。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上位规范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素材：产品与技术规范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第一份正式产物：产品与技术规范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它回答“这个项目到底是什么，第一期做到哪里”。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规范回答的问题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系统服务谁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做什么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暂不做什么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角色和状态流程是什么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采用什么技术方向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后续按什么路线迭代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项目中的关键句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服务对象：外部个人客户的售后支持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状态流程：待分配 -&gt; 处理中 -&gt; 已解决 -&gt; 已关闭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前端：原生 HTML/CSS/JavaScript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后端：Python FastAPI 提供 REST 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存储：通过仓储接口访问 JSON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教学重点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这份文档是后续工作的上位基线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它不是实现细节，也不是完整需求规格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但它决定了后续文档不能随意扩大范围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技术方向必须足够明确，不能停留在建议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用户确认后才能进入下一层拆解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系统服务谁；用“项目中的关键句”中的项目材料讲例子，最后用“教学重点”作为课堂检查。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落盘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素材：docs/00 项目基线与记录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口头确认不是项目基线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在 AI 协作中，确认后的内容必须变成可引用、可追踪的文件。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只停留在聊天中的问题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上下文会变长，后续容易遗忘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同一句话可能被不同人理解为不同范围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后续生成内容时可能引用旧假设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审阅者无法定位正式版本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项目交接时缺少证据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把确认后的产品与技术基线保存为 v1.0 文档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把头脑风暴过程单独保存，保留决策背景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总体思路用于解释目录和开发方法，不替代正式基线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后续 PRD/SRS/设计只基于正式基线展开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发现不一致时通过修订关闭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文件示例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docs/00-项目基线与记录/企业售后工单系统-产品与技术规范-v1.0.md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docs/00-项目基线与记录/产品与技术规范头脑风暴过程.md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docs/00-项目基线与记录/总体思路.md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上下文会变长，后续容易遗忘；用“本项目做法”中的项目材料讲例子，最后用“文件示例”作为课堂检查。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PRD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素材：01-产品需求文档-PRD.md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PRD 讲清楚产品目标和用户价值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PRD 不是接口清单，它回答为什么做、给谁用、解决什么场景。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PRD 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产品背景和问题描述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目标用户和典型角色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核心场景和 MVP 目标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非目标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业务流程和状态规则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产品验收目标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项目目标示例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G-01：为个人客户提供统一的在线售后问题提交与进展查看入口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G-03：使负责客服能够基于工单与客户沟通，并推进问题至关闭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• G-05：验证可演进的数据访问架构，为后续真实数据库接入提供基础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 里的目标要能继续拆成需求规则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不要在 PRD 中直接写太多后端实现细节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非目标必须和 MVP 边界一致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产品目标后续要能映射到验收用例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 通过后，SRS 才有稳定输入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产品背景和问题描述；用“项目目标示例”中的项目材料讲例子，最后用“讲师提醒”作为课堂检查。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SRS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素材：02-软件需求规格说明书-SRS.md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SRS 把“能做”变成“必须如何做”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它把 PRD 的能力描述拆成角色、条件、字段、异常和状态规则。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从 PRD 到 SRS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PRD：客户应能创建工单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 要继续回答：谁能创建、创建什么、字段怎么校验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还要回答：分类是否有效、创建后状态是什么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还要回答：创建后能否修改、失败时如何提示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这些规则必须可测试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需求片段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SRS-TKT-001：仅已登录且启用的客户能够创建工单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SRS-TKT-003：保存前必须再次验证所选分类仍为有效状态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SRS-TKT-004：创建成功时，状态为待分配，负责人为空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SRS-SEC：所有角色权限由后端校验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SRS-DAT：业务逻辑不直接依赖 JSON 文件结构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这条需求有没有明确主体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这条需求有没有前置条件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这条需求有没有成功和失败结果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这条需求能否写成测试用例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这条需求是否与 PRD 和设计一致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PRD：客户应能创建工单；用“需求片段”中的项目材料讲例子，最后用“检查问题”作为课堂检查。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页面交互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素材：03-页面与交互说明.md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用户不是操作需求条目，而是操作页面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页面与交互说明把需求变成用户能看到、能点击、能反馈的界面。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页面范围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客户门户：登录、注册、我的工单、新建工单、工单详情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内部后台：工单列表、工单详情、分类管理、客服账号、客户账号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每页说明入口、展示字段、操作、状态和异常反馈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页面规则必须引用 SRS 和 API 设计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不把客户不应看到的字段放到页面上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新建工单页示例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分类下拉：仅展示启用分类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标题：必填，1-100 字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问题描述：必填，1-4000 字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提交按钮：成功后跳转新建工单详情页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失败反馈：分类失效、字段为空、未登录或账号禁用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页面说明不是美术稿，但要足够支持开发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页面展示字段要和 API 响应字段一致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权限规则不能只靠页面隐藏按钮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异常反馈是验收的一部分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页面文档可作为前后端联调清单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客户门户：登录、注册、我的工单、新建工单、工单详情；用“新建工单页示例”中的项目材料讲例子，最后用“讲师提示”作为课堂检查。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需求基线 / 追踪关系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素材：追踪矩阵与一致性审查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重要规则不能只写一次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同一条高风险规则要在需求、页面、API、测试和实施计划中互相照应。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追踪规则示例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客户不展示具体客服账号或负责人名称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这是数据边界，不只是页面展示问题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 API 返回了字段，前端隐藏也不可靠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如果测试不覆盖，后续改动容易回归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如果实施计划不安排复核，风险会被推迟到验收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映射链条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SRS：客户视角不得暴露内部负责人信息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页面：客户详情页不显示负责人名称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API：客户详情响应不返回负责人字段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测试：TC-SEC-004 验证客户响应字段隔离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实施：M5 安全与字段隔离复核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课堂练习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任选一条规则，找出它应该出现在哪些文档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检查是否存在“页面写了，API 没写”的断点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检查是否存在“需求写了，测试没覆盖”的断点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把断点记录为一致性审查发现项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修订后再关闭发现项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客户不展示具体客服账号或负责人名称；用“映射链条”中的项目材料讲例子，最后用“课堂练习”作为课堂检查。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素材：01-技术设计说明书.md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设计不是炫技，而是回应已确认约束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技术设计的核心是让 MVP 可运行、可测试、可替换、可演进。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已确认技术方向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前端：原生 HTML、CSS、JavaScript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后端：Python FastAPI REST 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存储：通过仓储接口访问 JSON 文件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安全：密码安全哈希，权限后端校验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规模：本地演示和小规模试用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设计回应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分层：API 层、服务层、仓储接口、JSON 适配器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业务规则放在服务层，避免散落在页面或文件读写代码里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仓储接口隔离数据来源，未来可替换数据库适配器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认证和授权在后端统一处理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接口响应按角色裁剪字段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不做的复杂化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不引入复杂前端框架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不在 MVP 阶段上真实关系型数据库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不做微服务拆分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不做外部消息通知链路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不把 JSON 文件结构暴露给业务逻辑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前端：原生 HTML、CSS、JavaScript；用“设计回应”中的项目材料讲例子，最后用“不做的复杂化”作为课堂检查。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工程结构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素材：总体思路、MVP实施计划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19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目录结构体现协作边界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好的工程结构让需求、设计、实现和测试能够相互定位。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规划原则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文档先行：docs 目录保存所有已确认基线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前后端分离但保持同一项目可本地运行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后端按 API、服务、仓储、模型划分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测试覆盖关键规则和端到端流程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数据文件作为 MVP 存储实现，不作为业务模型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实施计划建议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backend/：FastAPI 应用和业务服务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frontend/：原生页面、样式和交互脚本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data/：JSON 持久化文件和初始化样例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tests/：单元、集成、E2E 或验收脚本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docs/：需求、设计、测试、计划和培训资料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管理价值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新成员能快速找到依据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生成代码时有清晰落点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测试和实现不会混在一起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未来数据库替换时影响面可控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文档与代码演进可以并行审查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文档先行：docs 目录保存所有已确认基线；用“实施计划建议”中的项目材料讲例子，最后用“管理价值”作为课堂检查。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数据模型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素材：02-数据模型设计.md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数据模型把业务规则固化下来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角色、工单、留言、分类、会话和审计都要能支撑已确认流程。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核心实体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User：客户、客服、管理员共用账号实体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Ticket：工单主体，包含标题、描述、分类、状态、创建人、负责人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Category：问题分类，由管理员维护启用状态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TicketMessage：工单公开留言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Session/Token：登录凭证和失效处理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AuditLog：关键管理动作和状态变化记录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字段规则示例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password_hash：只保存哈希，不保存明文密码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ticket.status：只能在待分配、处理中、已解决、已关闭中流转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assignee_user_id：客户响应中不得暴露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category.active：创建工单时必须再次校验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created_at/updated_at：支持审计和后续统计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设计检查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字段是否支持 SRS 中的所有规则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字段是否会泄露内部信息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状态是否能防止非法跳转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是否保留后续统计所需基础时间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是否存在 JSON 到数据库的迁移空间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User：客户、客服、管理员共用账号实体；用“字段规则示例”中的项目材料讲例子，最后用“设计检查”作为课堂检查。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权限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素材：SRS、API设计、测试方案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权限必须由后端强校验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页面隐藏按钮只是体验优化，不是安全边界。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角色能力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客户：创建和查看自己的工单，公开留言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客服：查看全部工单，按状态筛选，只处理分配给自己的工单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管理员：维护分类和账号，启禁用客户，分配或重新分配工单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管理员：可处理任意工单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禁用客户：不能继续访问受保护能力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风险场景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 A 直接访问客户 B 的工单详情 URL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 C 尝试处理分配给客服 D 的工单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前端被修改后提交非法状态跳转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客户详情 API 返回 assignee_user_id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退出登录后仍使用旧 token 调用接口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测试覆盖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TC-SEC：资源归属校验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TC-SEC：角色权限矩阵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TC-AUTH：退出和禁用后的会话失效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TC-API：客户响应字段隔离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E2E：越权访问应被拒绝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客户：创建和查看自己的工单，公开留言；用“风险场景”中的项目材料讲例子，最后用“测试覆盖”作为课堂检查。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素材：03-API接口设计.md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API 是前后端协作合同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API 设计要同时承接页面操作、权限规则、数据模型和测试用例。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接口分组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认证：注册、登录、退出、当前用户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客户：我的工单、新建工单、客户详情、客户留言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内部：工单列表、分配、状态推进、内部处理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管理：分类、客服账号、客户账号启禁用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健康检查和初始化能力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接口示例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POST /api/customer/tickets：客户创建工单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GET /api/customer/tickets/{id}：客户查看自己的工单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POST /api/admin/tickets/{id}/assign：管理员分配工单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PATCH /api/staff/tickets/{id}/status：客服推进状态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GET /api/staff/tickets?status=processing：内部按状态筛选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合同内容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请求字段和校验错误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响应字段按角色裁剪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状态码和错误码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权限失败与资源不存在的处理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接口和测试用例的映射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认证：注册、登录、退出、当前用户；用“接口示例”中的项目材料讲例子，最后用“合同内容”作为课堂检查。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JSON 仓储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素材：技术设计、数据模型设计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JSON 是 MVP 存储，不是业务依赖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轻量存储可以用于演示，但必须通过仓储接口隔离。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为什么用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本地运行和演示成本低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不需要提前部署数据库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便于观察样例数据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足以支撑客户不超过 100 人、客服不超过 5 人的小规模试用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适合快速验证业务闭环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必须避免的做法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业务服务直接拼 JSON 文件路径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页面或 API 层直接读写 JSON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 JSON 字段名当成长期数据库字段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写入时不做原子性保护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没有初始化、备份或异常恢复思路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设计约束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定义 Repository 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服务层只依赖接口，不依赖 JSON 实现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JSON 适配器负责文件读写、锁和错误处理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后续数据库适配器实现同一接口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测试要覆盖重启后读取数据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本地运行和演示成本低；用“必须避免的做法”中的项目材料讲例子，最后用“设计约束”作为课堂检查。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系统设计 / 状态机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素材：PRD、SRS、测试方案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状态流转越简单，越要写清楚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状态规则不写清，工单系统很容易出现跳级、回退和关闭后再改。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确认状态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待分配：客户创建后默认状态，负责人为空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处理中：管理员分配或客服开始处理后进入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已解决：客服或管理员标记问题解决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已关闭：工单闭环结束，MVP 不支持重开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首期不包含客户确认关闭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允许与拒绝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待分配 -&gt; 处理中：允许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处理中 -&gt; 已解决：允许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已解决 -&gt; 已关闭：允许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待分配 -&gt; 已解决：拒绝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已关闭 -&gt; 任意状态：拒绝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已解决 -&gt; 处理中：MVP 拒绝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实现要求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状态变更由后端服务层统一判断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非法跳转返回明确错误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状态变更写入审计记录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页面按钮只展示可用操作，但不能替代校验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测试用例覆盖每条高风险转换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待分配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24427" y="6108192"/>
            <a:ext cx="91441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1586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244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处理中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7607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99048" y="5888736"/>
            <a:ext cx="2491739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已解决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90788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2228" y="5888736"/>
            <a:ext cx="2491739" cy="43891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8803" y="6016752"/>
            <a:ext cx="24185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20A36A"/>
                </a:solidFill>
                <a:latin typeface="Microsoft YaHei"/>
                <a:ea typeface="Microsoft YaHei"/>
              </a:rPr>
              <a:t>已关闭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一致性审查 / 追踪矩阵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素材：00-需求与设计追踪矩阵-一致性审查记录.md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审查的目的，是发现文档之间的断点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不是追求文档漂亮，而是确保需求、设计、测试说的是同一件事。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审查对象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 目标是否被 SRS 覆盖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SRS 规则是否有页面或 API 支撑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数据模型是否能保存必要字段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API 是否暴露或隐藏正确字段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测试方案是否覆盖关键风险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F-01：客户视角负责人展示存在歧义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F-02：客户建单成功后的跳转不够明确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F-03：技术设计中仍存在建议性措辞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三项发现均完成修订并关闭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一致性审查通过后进入测试与实施计划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把一条需求横向拉到页面、数据、API、测试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看到缺口就记录发现项，不要现场脑补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发现项必须有负责人、修订位置和关闭结论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通过审查后再把测试方案作为验收依据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这一步非常适合 Agent 辅助排查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PRD 目标是否被 SRS 覆盖；用“本项目发现”中的项目材料讲例子，最后用“课堂操作”作为课堂检查。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一致性审查 / 发现关闭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素材：一致性审查记录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发现项不关闭，计划就不可靠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开发计划依赖稳定基线；基线有歧义，计划只能排出假确定性。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F-01 修订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问题：客户详情是否展示负责人存在歧义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风险：暴露内部客服账号或负责人名称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修订：客户详情不展示具体客服账号或负责人名称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联动：页面、API、测试均同步确认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结果：关闭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F-02 / F-03 修订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F-02：创建成功后明确跳转新建工单详情页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避免前端实现时出现列表页、详情页、弹窗三种不同理解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F-03：技术方案建议语气改成确定性设计约束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避免开发时把设计当成可选建议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三项发现关闭后一致性审查通过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审查发现不是错误追责，而是开发前排雷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关闭发现项要改源文档，不只在会议纪要里说明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涉及多文档的规则要同步修订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修订后才能进入测试方案确认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这是 Agent 协作中最容易体现价值的环节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问题：客户详情是否展示负责人存在歧义；用“F-02 / F-03 修订”中的项目材料讲例子，最后用“讲师重点”作为课堂检查。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验证前置 / 测试方案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素材：01-测试与验收方案.md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测试不是最后补充，而是提前定义怎样算做对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没有提前定义验收标准，开发完成时就会变成口头争论。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测试目标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验证业务闭环是否完整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验证权限边界是否可靠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验证状态流转和数据一致性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验证凭证安全和密码哈希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 JSON 本地持久化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验证页面反馈和接口错误处理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测试层次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规则单元：状态、权限、字段校验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仓储服务：读写、初始化、异常处理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API 集成：认证、角色、响应字段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页面联调：主要用户路径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E2E：从初始化到建单、分配、处理、关闭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文档/代码审查：安全底线和范围控制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用例示例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AUTH-004：三类角色登录后进入对应首页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TKT-005：客户访问他人工单应拒绝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STS-004：跳级或回退状态应拒绝变更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DAT-002：应用重启后账号、工单、留言仍存在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SEC-004：客户响应不包含内部负责人字段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验证业务闭环是否完整；用“测试层次”中的项目材料讲例子，最后用“用例示例”作为课堂检查。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验证前置 / E2E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素材：测试与验收方案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验收要覆盖主流程，也要覆盖风险点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E2E 不是点点页面，而是证明关键业务路径和边界同时成立。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主流程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初始化分类、管理员和客服账号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客户注册并登录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客户创建工单并进入详情页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管理员分配给客服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客服留言并推进状态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工单关闭后客户仍可查看历史公开信息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风险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 A 访问客户 B 工单，必须拒绝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客服 C 修改非本人负责工单，必须拒绝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禁用客户后旧会话失效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关闭后的工单不可继续修改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重启应用后历史数据仍可读取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验收表达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E2E-01：初始化与建单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E2E-02：分配、处理、解决、关闭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E2E-03：越权验证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E2E-04：禁用客户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E2E-05：重启读取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每条 E2E 都要有前置数据、操作步骤和预期结果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初始化分类、管理员和客服账号；用“风险 E2E”中的项目材料讲例子，最后用“验收表达”作为课堂检查。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验证前置 / 质量门禁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素材：测试与验收方案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29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有些缺陷不能靠后续优化处理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安全、权限、数据损坏和闭环不可达属于上线前硬门槛。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严重问题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越权读取或修改他人资源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明文保存密码或暴露密码哈希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客户响应泄露内部负责人字段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状态可非法跳转或关闭后仍可改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JSON 写入损坏导致数据不可恢复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主业务闭环无法完成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验收处理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严重：必须修复并复测，否则不得通过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高：影响安全、流程或数据一致性，必须修复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中：重要交互反馈缺失，原则上修复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低：不影响流程的展示问题，可记录后验收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修复后要回归关联用例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把质量门禁写在测试方案里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不要把安全缺陷归类为体验优化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不要用“演示时不点那里”规避问题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生成代码后也要用门禁检查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验收不是看页面是否好看，而是看风险是否关闭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越权读取或修改他人资源；用“验收处理”中的项目材料讲例子，最后用“课堂提醒”作为课堂检查。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实施计划 / 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素材：01-MVP实施计划.md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计划不是排期表，而是风险处理顺序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MVP 实施计划把已确认基线转成可执行开发路径。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M0-M6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M0：工程骨架和本地启动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M1：数据、仓储、安全、会话基础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M2：分类管理、客服账号、客户账号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M3：客户注册、登录、建单和详情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M4：内部工单列表、分配、处理、状态流转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M5：安全、权限、字段隔离与联调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M6：全量测试、验收和交付材料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为什么这样排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先固化底层规则，避免页面先行造成返工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先完成账号和权限，再做业务操作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先完成客户建单，再完成内部处理闭环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最后集中做安全复核和验收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每个里程碑都有可验证产物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计划输入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产品与技术规范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PRD/SRS/页面交互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技术设计/数据模型/API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一致性审查记录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测试与验收方案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实施计划确认后再进入工程初始化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17350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08790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5366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93453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84893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1469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69556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60996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7572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45659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37099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3675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1762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313202" y="5888736"/>
            <a:ext cx="1384662" cy="43891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9778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1464A5"/>
                </a:solidFill>
                <a:latin typeface="Microsoft YaHei"/>
                <a:ea typeface="Microsoft YaHei"/>
              </a:rPr>
              <a:t>M5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97865" y="6108192"/>
            <a:ext cx="91440" cy="0"/>
          </a:xfrm>
          <a:prstGeom prst="line">
            <a:avLst/>
          </a:prstGeom>
          <a:ln w="12700">
            <a:solidFill>
              <a:srgbClr val="6F7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89305" y="5888736"/>
            <a:ext cx="1384662" cy="43891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5881" y="6016752"/>
            <a:ext cx="131151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869" b="1">
                <a:solidFill>
                  <a:srgbClr val="20A36A"/>
                </a:solidFill>
                <a:latin typeface="Microsoft YaHei"/>
                <a:ea typeface="Microsoft YaHei"/>
              </a:rPr>
              <a:t>M6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实施计划 / 拆解逻辑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素材：MVP实施计划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页面不是最小风险单元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按页面开工看起来快，但容易把权限、状态和数据一致性推到最后。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直接按页面的风险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登录页临时会话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建单页临时字段校验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详情页临时权限判断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管理页临时账号操作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工单状态在多个页面重复判断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最后补测试时发现规则分散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推荐拆解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先建立数据模型、仓储接口和基础服务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再实现认证、会话和权限判定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再做管理配置和账号能力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再做客户建单和详情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再做内部分配、处理和状态流转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最后做字段隔离、联调和验收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风险越靠底层，越应提前处理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页面能跑不等于业务规则正确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前端开发可以并行，但不能绕过后端规则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每个阶段要有可运行检查点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生成页面前先给它明确接口和权限约束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登录页临时会话；用“推荐拆解”中的项目材料讲例子，最后用“讲师提示”作为课堂检查。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实施计划 / 测试驱动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素材：测试方案、实施计划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高风险规则，适合先写测试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不必所有内容严格 TDD，但权限、状态和数据写入值得测试先行。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适合测试先行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状态转换规则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角色权限判断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资源归属校验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会话失效和禁用客户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客户响应字段隔离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JSON 原子写入和重启读取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测试样例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待分配 -&gt; 处理中：允许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处理中 -&gt; 已解决：允许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待分配 -&gt; 已解决：拒绝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已解决 -&gt; 处理中：拒绝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已关闭 -&gt; 任意状态：拒绝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客户详情不得包含 assignee_user_id、audit_logs、password_hash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不必强制 TDD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普通页面排版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CSS 视觉细节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一般提示文案微调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低风险展示字段顺序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但这些内容仍要经过基本页面检查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重点是把高风险规则前置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状态转换规则；用“测试样例”中的项目材料讲例子，最后用“不必强制 TDD”作为课堂检查。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实施计划 / 启动检查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素材：AGENTS.md 当前阶段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不是文档写完了，而是条件满足了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进入编码前要确认基线、设计、测试和计划都已经稳定。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已完成条件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产品与技术规范已确认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PRD、SRS、页面交互说明已确认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技术设计、数据模型、API 设计已确认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需求与设计一致性审查通过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测试与验收方案已确认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待确认条件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实施计划 v0.1 待最终确认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工程目录结构优化已经写入计划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计划整体确认后方可进入工程初始化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项目尚未开始代码开发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进入编码前应再次核对需求与设计文档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启动门槛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范围没有新增未确认项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关键规则已有测试策略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接口与页面没有明显断点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权限和安全底线已写入计划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团队知道第一周要完成什么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用户明确批准进入实现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产品与技术规范已确认；用“待确认条件”中的项目材料讲例子，最后用“启动门槛”作为课堂检查。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Agent 协作 / Agent 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素材：培训资料生成过程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Agent 的价值，是加快分析和产物衔接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它可以帮助整理、生成、检查和拆解，但不能替业务做最终判断。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Agent 适合做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把模糊想法整理成澄清问题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根据确认项生成规范文档初稿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 PRD 拆成 SRS 和页面交互说明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根据设计生成 API、数据模型和测试草案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检查文档之间的不一致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把验收标准转成实施计划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本项目中的协作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用户提出培训讲师视角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先给出页级脚本，再根据反馈增加可见文本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用户确认制作版脚本后进入 PPT 初稿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发现页面信息密度不足后，重制增强版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每一步都保留独立文档和成品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不能交给 Agent 的事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替业务决定服务对象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未经确认扩大 MVP 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把建议写成已确认事实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跳过用户审阅直接进入开发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忽略安全和权限底线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把生成速度当成质量保证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把模糊想法整理成澄清问题；用“本项目中的协作”中的项目材料讲例子，最后用“不能交给 Agent 的事”作为课堂检查。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Agent 协作 / 人的责任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素材：项目协作记录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Agent 可以推进工作，人必须批准方向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培训中要讲清：AI 协作不是无人负责，而是责任边界更要清楚。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人负责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选择业务场景和目标用户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确认客户、客服、管理员的权限边界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 MVP 做什么和暂不做什么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确认技术约束是否符合团队能力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批准基线文档进入下一阶段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判断质量是否满足真实授课或开发需要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Agent 协助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提出选项和风险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整理头脑风暴过程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生成结构化文档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根据反馈重写和扩写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用矩阵检查一致性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自动生成 PPT 初稿和渲染抽查材料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协作原则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先给可审阅产物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人基于业务判断做确认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确认后写入正式文件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发现问题时修订源文档或源脚本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不要让聊天记录替代版本化文档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最终质量由人验收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选择业务场景和目标用户；用“Agent 协助”中的项目材料讲例子，最后用“协作原则”作为课堂检查。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Agent 协作 / 过程纪律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素材：docs/05 培训资料过程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Agent 协作也需要过程纪律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没有纪律，AI 只会更快地产生更多不一致内容。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本项目纪律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确认后要落盘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建议措辞要定稿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发现项要关闭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非范围不要偷做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测试标准不能后补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培训资料独立于 MVP 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纠偏示例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旧版 PPT 页级脚本信息深度不足，被保留为历史材料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四页视觉样稿信息量不足，保留供对照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新版页级脚本和讲师稿重新展开三种模式和案例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本次企业工单系统 PPT 初稿字数偏少，进入信息密度增强版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每次反馈都转化为具体新产物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讲师可强调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AI 生成不是一次到位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反馈要具体：信息量、示例、可见文本、页面充实度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保留旧版本有助于讲解迭代过程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修订时先明确目标，再改脚本和成品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生成后必须渲染检查，不只看文件存在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确认后要落盘；用“纠偏示例”中的项目材料讲例子，最后用“讲师可强调”作为课堂检查。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Agent 协作 / 可复用模式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素材：培训大纲与页级脚本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用同一套节奏处理下一个项目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这套方法不依赖工单系统，适合多数从零开始的软件项目。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八步节奏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问清场景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确认 MVP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写清非范围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固化基线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拆需求和页面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展开数据、接口和技术设计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先定测试与验收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10" b="0">
                <a:solidFill>
                  <a:srgbClr val="333333"/>
                </a:solidFill>
                <a:latin typeface="Microsoft YaHei"/>
                <a:ea typeface="Microsoft YaHei"/>
              </a:rPr>
              <a:t>• 再排实施计划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迁移到其他项目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内部知识库：知识条目、搜索、审核、权限、版本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培训报名系统：课程、学员、报名、支付、签到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设备维修系统：报修、派工、处理、验收、统计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每个项目都要先确认服务对象和最小闭环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不要一开始就讨论全部高级功能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课堂练习提示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让学员拿自己的项目写一句原始想法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设计 5 个高影响澄清问题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写 3 项 MVP 必做和 5 项暂不做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画出一条主业务闭环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定义一条 E2E 验收路径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最后再讨论技术选型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问清场景；用“迁移到其他项目”中的项目材料讲例子，最后用“课堂练习提示”作为课堂检查。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收束 /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素材：全项目过程复盘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规格清楚，Agent 才能跑得稳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速度来自清晰的约束，而不是跳过思考。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核心结论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范围有边界，开发才不会无限膨胀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角色有权限，系统才不会靠页面假安全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状态有规则，流程才不会随意跳转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数据有模型，接口才不会各说各话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测试有证据，验收才不会变成感觉判断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本项目证明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从一句想法形成产品与技术规范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从规范展开 PRD、SRS、页面、设计和 API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通过追踪矩阵发现并关闭三项一致性问题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测试与验收方案在开发前确认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实施计划等待最终确认后才进入编码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留给学员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不要把 AI 当成需求来源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不要把文档当成形式主义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不要把测试推到最后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不要让后续迭代混入 MVP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最重要的是：每一步都要有人确认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范围有边界，开发才不会无限膨胀；用“本项目证明”中的项目材料讲例子，最后用“留给学员”作为课堂检查。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收束 / 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素材：培训活动设计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39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练习：把一句想法变成 MVP 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让学员现场体会：真正困难的是把范围说清楚。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练习步骤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写一句原始想法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设计 5 个澄清问题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写 3 项 MVP 必做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写 5 项 MVP 暂不做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定义 1 条 E2E 验收路径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指出至少 2 个权限或数据风险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示例题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原始想法：做一个内部知识库系统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目标用户：内部员工、知识管理员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必做：创建知识条目、浏览和搜索、管理员审核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暂不做：全文智能问答、复杂权限组、外部分享、积分排行、移动端 App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E2E：员工提交知识，管理员审核通过，其他员工搜索并查看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评价标准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是否有明确服务对象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MVP 是否形成闭环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非范围是否足够具体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验收路径是否可操作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是否识别权限和数据边界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是否能进入下一步 PRD/SRS 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写一句原始想法；用“示例题”中的项目材料讲例子，最后用“评价标准”作为课堂检查。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30" b="1">
                <a:solidFill>
                  <a:srgbClr val="1464A5"/>
                </a:solidFill>
                <a:latin typeface="Microsoft YaHei"/>
                <a:ea typeface="Microsoft YaHei"/>
              </a:rPr>
              <a:t>收束 / 讨论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84632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2801"/>
          </a:xfrm>
          <a:prstGeom prst="rect">
            <a:avLst/>
          </a:prstGeom>
          <a:solidFill>
            <a:srgbClr val="DF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840" b="0">
                <a:solidFill>
                  <a:srgbClr val="6F7C8E"/>
                </a:solidFill>
                <a:latin typeface="Microsoft YaHei"/>
                <a:ea typeface="Microsoft YaHei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537960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3000"/>
              </a:lnSpc>
              <a:spcAft>
                <a:spcPts val="0"/>
              </a:spcAft>
            </a:pPr>
            <a:r>
              <a:rPr sz="919" b="1">
                <a:solidFill>
                  <a:srgbClr val="6F7C8E"/>
                </a:solidFill>
                <a:latin typeface="Microsoft YaHei"/>
                <a:ea typeface="Microsoft YaHei"/>
              </a:rPr>
              <a:t>40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8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350" b="1">
                <a:solidFill>
                  <a:srgbClr val="111111"/>
                </a:solidFill>
                <a:latin typeface="Microsoft YaHei"/>
                <a:ea typeface="Microsoft YaHei"/>
              </a:rPr>
              <a:t>讨论：你的团队最容易跳过哪一步？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80" b="0">
                <a:solidFill>
                  <a:srgbClr val="6F7C8E"/>
                </a:solidFill>
                <a:latin typeface="Microsoft YaHei"/>
                <a:ea typeface="Microsoft YaHei"/>
              </a:rPr>
              <a:t>用最后一页把课程拉回学员自己的项目现场。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337560" cy="3822191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36192"/>
            <a:ext cx="333756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45919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常见跳过项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66543"/>
            <a:ext cx="300837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需求澄清：一开始默认大家理解一致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非范围确认：只写做什么，不写暂不做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设计追踪：需求、页面、数据、API 缺少映射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测试前置：代码后才讨论完成标准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变更确认：开发中悄悄扩大范围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36192"/>
            <a:ext cx="3886200" cy="3822191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1536192"/>
            <a:ext cx="3886200" cy="36576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19"/>
            <a:ext cx="35935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讨论问题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5" y="2066543"/>
            <a:ext cx="355701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你所在团队最常见的返工来自哪里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哪些规则经常靠口头约定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哪些需求最容易被页面原型掩盖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AI 介入后，是更清楚了还是更容易跳步骤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你准备把哪一页方法带回团队试用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291840" cy="382219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536192"/>
            <a:ext cx="3291840" cy="365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45919"/>
            <a:ext cx="29992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收束句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6543"/>
            <a:ext cx="2962656" cy="31455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Agent 加快执行，人负责判断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基线越清楚，协作越可靠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测试越前置，验收越少争论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非范围越明确，MVP 越容易完成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• 从下一次需求讨论开始，就把确认写下来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108996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733288"/>
            <a:ext cx="402336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7424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030" b="1">
                <a:solidFill>
                  <a:srgbClr val="1464A5"/>
                </a:solidFill>
                <a:latin typeface="Microsoft YaHei"/>
                <a:ea typeface="Microsoft YaHei"/>
              </a:rPr>
              <a:t>本页带走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724144"/>
            <a:ext cx="8558784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60" b="0">
                <a:solidFill>
                  <a:srgbClr val="333333"/>
                </a:solidFill>
                <a:latin typeface="Microsoft YaHei"/>
                <a:ea typeface="Microsoft YaHei"/>
              </a:rPr>
              <a:t>需求澄清：一开始默认大家理解一致；用“讨论问题”中的项目材料讲例子，最后用“收束句”作为课堂检查。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